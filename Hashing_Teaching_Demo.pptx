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ENGAGE: Ask students to raise hands for A or B. Most will guess A. Reveal: The answer is B! Websites store a fingerprint of your password, not the password itself. This fingerprint is called a HASH. Transition: Let us learn what that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diagram: any input goes in, a fixed-size digest comes out. Analogy: Think of it like a blender. You can put anything in, but you always get a smoothie. You cannot un-blend it back to the original fruit.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each property with a real-world analogy: (1) Deterministic = like a fingerprint, always the same for the same person. (2) One-way = like baking a cake, you cannot get eggs back from a cake. (3) Collision resistant = finding two people with the same fingerprint is nearly impossible.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OPPORTUNITY: If time allows, open a terminal or online SHA-256 tool and hash hello live. Then change one letter and show how completely different the output is. Students love seeing this live. Key point: This is NOT encryption, you cannot reverse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the opening question! This is why the answer was B. Walk through the 3 steps carefully. Mention that real systems also use salting, adding random data before hashing, but that is a topic for a security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Relatable example: Have you ever downloaded software and seen a SHA-256 checksum on the page? This bridges nicely into the blockchain slide. Emphasize: the avalanche effect means even one flipped bit changes the entire hash.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SLIDE: Connect everything together. Each block includes the hash of the previous block. If anyone changes data in Block 1, the hash changes, which breaks Block 2 reference, and so on. This is the core insight of blockchain security. Mention: This is actually related to my own research. I study how blockchain architectures can secure edge computing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minute to think individually, then 1 minute to discuss with a neighbor. Q1 Answer: YES, deterministic! Same input gives same hash. Q2 Answer: NO, hashing is one-way (lossy). You cannot get the original data back from the hash. Compression is reversible; hashing is not. If students are confused, use the blender analogy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journey: We started with a password question, learned what hash functions are, saw their properties, explored applications in passwords and data integrity, and connected it all to blockchain. Tease the next lecture.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286000"/>
            <a:ext cx="3657600" cy="36576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1D1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Passwords to Blockchain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286000" cy="36576"/>
          </a:xfrm>
          <a:prstGeom prst="rect">
            <a:avLst/>
          </a:prstGeom>
          <a:solidFill>
            <a:srgbClr val="21D19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Jiarui Zhang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</a:rPr>
              <a:t>Department of Computer Engineering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754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15-Minute Teaching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Question to Start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2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Intro to Computer Science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2011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3444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you type your password to log in, does the website compare it to a stored copy of your password?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Think about it: 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If a hacker breaks into the database, would they get everyone’s passwords?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794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520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A)  Yes — direct comparison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</a:rPr>
              <a:t>The server stores your actual password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0600" y="3383280"/>
            <a:ext cx="3794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3520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D19F"/>
                </a:solidFill>
              </a:rPr>
              <a:t>B)  No — something cleverer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</a:rPr>
              <a:t>The server never sees your password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Hash Function?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3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Intro to Computer Science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118872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4300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hash function takes any input and produces a fixed-size output (the “hash” or “digest”) that looks random.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974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184"/>
                </a:solidFill>
              </a:rPr>
              <a:t>Any size: text, file,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184"/>
                </a:solidFill>
              </a:rPr>
              <a:t>image, number…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29260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C7293"/>
                </a:solidFill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429000" y="2606040"/>
            <a:ext cx="2286000" cy="14630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26974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D19F"/>
                </a:solidFill>
              </a:rPr>
              <a:t>HASH FUNCTION</a:t>
            </a:r>
            <a:endParaRPr lang="en-US" sz="12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h(x)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e.g., SHA-256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29260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C7293"/>
                </a:solidFill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309360" y="260604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6974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2cf24d...71e2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184"/>
                </a:solidFill>
              </a:rPr>
              <a:t>Always fixed size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184"/>
                </a:solidFill>
              </a:rPr>
              <a:t>(e.g., 256 bits)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Key Properties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4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Intro to Computer Science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52728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527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14300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</a:rPr>
              <a:t>Deterministic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</a:rPr>
              <a:t>Same input always produces the same output. "hello" → 2cf24d… every single time.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532888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328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242316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</a:rPr>
              <a:t>One-Way (Pre-image Resistant)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</a:rPr>
              <a:t>Given a hash, it is computationally infeasible to recover the original input. You cannot un-hash.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813048"/>
            <a:ext cx="685800" cy="6858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130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370332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</a:rPr>
              <a:t>Collision Resistant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</a:rPr>
              <a:t>It is extremely hard to find two different inputs that produce the same hash output.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Avalanche Effect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5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Intro to Computer Science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7184"/>
                </a:solidFill>
              </a:rPr>
              <a:t>A tiny change in input → completely different hash output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8046720" cy="868680"/>
          </a:xfrm>
          <a:prstGeom prst="rect">
            <a:avLst/>
          </a:prstGeom>
          <a:solidFill>
            <a:srgbClr val="2D374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19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D1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SHA-256( "hello" 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2cf24dba5fb0a30e26e83b2a...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8046720" cy="868680"/>
          </a:xfrm>
          <a:prstGeom prst="rect">
            <a:avLst/>
          </a:prstGeom>
          <a:solidFill>
            <a:srgbClr val="2D374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770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D1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SHA-256( "Hello" 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13639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185f8db32271fe25f561a6fc...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8046720" cy="868680"/>
          </a:xfrm>
          <a:prstGeom prst="rect">
            <a:avLst/>
          </a:prstGeom>
          <a:solidFill>
            <a:srgbClr val="2D374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D1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SHA-256( "hello!" 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18795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ce06092fb948d9ffac7d1a37...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Just changing ‘h’ to ‘H’ changes every character of the hash!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Application: Password Storage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6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Intro to Computer Science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184"/>
                </a:solidFill>
              </a:rPr>
              <a:t>Answering our opening question…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8760" y="16916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691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</a:rPr>
              <a:t>You sign up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7184"/>
                </a:solidFill>
              </a:rPr>
              <a:t>Server hashes your password and stores only the hash.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150876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6916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691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25146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</a:rPr>
              <a:t>You log in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7184"/>
                </a:solidFill>
              </a:rPr>
              <a:t>Server hashes what you typed and compares hashes.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1691640"/>
            <a:ext cx="685800" cy="6858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1691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</a:rPr>
              <a:t>Database breach?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7184"/>
                </a:solidFill>
              </a:rPr>
              <a:t>Attacker sees hashes, NOT passwords. Cannot reverse them!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5468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D19F"/>
                </a:solidFill>
              </a:rPr>
              <a:t>Key insight: The server never needs to know your actual password!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Application: Data Integrity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7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Intro to Computer Science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7184"/>
                </a:solidFill>
              </a:rPr>
              <a:t>How do you know a downloaded file has not been tampered with?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794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37947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SENDER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1. Computes hash of file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2. Publishes file + hash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7184"/>
                </a:solidFill>
              </a:rPr>
              <a:t>Example: Software download pages show SHA-256 checksums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3794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600200"/>
            <a:ext cx="3794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6002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RECEIVER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1. Downloads the file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2. Computes hash locally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3. Compares: Match? → Safe!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6B35"/>
                </a:solidFill>
              </a:rPr>
              <a:t>Any tampering changes the hash completely (avalanche effect!)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D19F"/>
                </a:solidFill>
              </a:rPr>
              <a:t>This same idea scales up to protect entire blockchains…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Hashing to Blockchain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8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Intro to Computer Science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7184"/>
                </a:solidFill>
              </a:rPr>
              <a:t>What if we chain hashes together?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Block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Prev: 0000...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Tx: Alice→Bob $10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Hash: 3a7f...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383280" y="16002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60020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Block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1488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Prev: 3a7f...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Tx: Bob→Carol $5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Hash: 9b2e...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60020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Block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21488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Prev: 9b2e...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Tx: Carol→Dave $3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Hash: c41d...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solidFill>
            <a:srgbClr val="FF6B35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690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Tamper with Block 1?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Its hash changes → Block 2’s ‘Prev Hash’ mismatches → entire chain breaks! The avalanche effect makes fraud detectable.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Exercise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</a:rPr>
              <a:t>Think – Pair – Share  (2 minutes)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9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1325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D1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If two students submit the same homework file, will their hashes match?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</a:rPr>
              <a:t>Think about Property #1…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8046720" cy="1325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54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D1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Can a hash function be used to compress files so you can decompress them later? Why or why not?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7947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</a:rPr>
              <a:t>Think about Property #2…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548640"/>
          </a:xfrm>
          <a:prstGeom prst="rect">
            <a:avLst/>
          </a:prstGeom>
          <a:solidFill>
            <a:srgbClr val="21D19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 hash function maps any input to a fixed-size output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8046720" cy="54864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74520"/>
            <a:ext cx="54864" cy="548640"/>
          </a:xfrm>
          <a:prstGeom prst="rect">
            <a:avLst/>
          </a:prstGeom>
          <a:solidFill>
            <a:srgbClr val="21D19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Three properties: deterministic, one-way, collision resistant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560320"/>
            <a:ext cx="54864" cy="548640"/>
          </a:xfrm>
          <a:prstGeom prst="rect">
            <a:avLst/>
          </a:prstGeom>
          <a:solidFill>
            <a:srgbClr val="21D19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Used everywhere: passwords, file integrity, blockchain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246120"/>
            <a:ext cx="54864" cy="548640"/>
          </a:xfrm>
          <a:prstGeom prst="rect">
            <a:avLst/>
          </a:prstGeom>
          <a:solidFill>
            <a:srgbClr val="21D19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461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Changing one bit of input changes the entire hash (avalanche effect)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D19F"/>
                </a:solidFill>
              </a:rPr>
              <a:t>Next class: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Encryption vs. Hashing — What’s the difference?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Hashing: From Passwords to Blockchain</dc:title>
  <dc:subject>PptxGenJS Presentation</dc:subject>
  <dc:creator>Jiarui Zhang</dc:creator>
  <cp:lastModifiedBy>Jiarui Zhang</cp:lastModifiedBy>
  <cp:revision>1</cp:revision>
  <dcterms:created xsi:type="dcterms:W3CDTF">2026-03-29T08:06:33Z</dcterms:created>
  <dcterms:modified xsi:type="dcterms:W3CDTF">2026-03-29T08:06:33Z</dcterms:modified>
</cp:coreProperties>
</file>