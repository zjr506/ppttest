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I'm Jiarui Zhang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1D1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286000" cy="36576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8"/>
                </a:solidFill>
              </a:rPr>
              <a:t>Department of Computer Engineering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</a:rPr>
              <a:t>15-Minute Introduction •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Education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B.Eng. in Computer Engineering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M.Sc. / Ph.D. — [Institution, Year]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Where I'm From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[City / Region] — shaped my curiosity about systems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Before This Role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Industry: [Company / project]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Research lab: [Lab name / topic]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017520" cy="3108960"/>
          </a:xfrm>
          <a:prstGeom prst="rect">
            <a:avLst/>
          </a:prstGeom>
          <a:solidFill>
            <a:srgbClr val="EA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9601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[ Photo 1 ]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Personal / Lab Photo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Experience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Courses Taught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Data Structures &amp; Algorithms  —  [Institution, Year]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Introduction to Computer Science  —  [Institution, Year]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Computer Networks / OS  —  [Institution, Year]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Teaching Philosophy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Active learning: think-pair-share, live coding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Bridge theory ↔ real-world practice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Inclusive classroom; meet students where they are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Recognition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[Award / positive feedback / course evaluation highlights]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Interests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Primary Area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[e.g., Distributed Systems / Security / Edge Computing]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Selected Projects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Project A — [one-line description, outcome]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Project B — [one-line description, outcome]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Publications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[Venue, Year] — paper title (brief)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[Venue, Year] — paper title (brief)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577840" y="960120"/>
            <a:ext cx="3017520" cy="3108960"/>
          </a:xfrm>
          <a:prstGeom prst="rect">
            <a:avLst/>
          </a:prstGeom>
          <a:solidFill>
            <a:srgbClr val="EA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9601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[ Photo 2 ]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A7184"/>
                </a:solidFill>
              </a:rPr>
              <a:t>Research / Demo Photo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1D1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Development,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&amp; Work 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5 /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for Student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Core Goal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Produce graduates who can think, not just code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Three Pillars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Foundations first — algorithms, math, systems thinking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Practical craft — clean code, debugging, tooling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Professional growth — communication, teamwork, ethics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How I Measure Success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Students tackle problems they've never seen before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Alumni credit the course 3 years after graduating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6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for This Course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 1–4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4688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Foundations &amp; tooling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Algorithm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First mini-project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 5–9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4688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Core data structures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Algorithm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Team project kick-off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Weeks 10–15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46888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Advanced topics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Real-world case studies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Final project &amp; demo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7 / 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Where Students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My First Step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Short diagnostic quiz + survey in Week 1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"What brought you to CS?" — learn motivations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Ongoing Feedback Loops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Weekly exit tickets (2 questions, anonymous)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Mid-semester small-group lunches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Open office hours with no agenda required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Adapting in Real Time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Adjust pacing if &gt; 30 % struggle on a concept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Offer optional deep-dive sessions for advanced students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Work — Framework &amp; Collaboration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Preparation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Lecture notes, code demos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and problem sets ready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2 weeks in advance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Engagement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5087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Active recall, pair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programming in class,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no passive slides-only lectures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Mentorship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1-on-1 check-ins;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clear research pathways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for interested students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Collaboration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3832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Cross-disciplinary projects;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connect students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</a:rPr>
              <a:t>industry partners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9 / 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1: ICPC Competition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F4C43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24128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Goal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Field a competitive team at ACM-ICPC Regional within 2 years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Roadmap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Semester 1 — Weekly training sessions; recruit top 20 students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Semester 2 — Internal mock contest; select team of 3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Year 2     — Regional competition + post-analysis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What Students Gain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Deep algorithmic problem-solving under time pressure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Team communication and division-of-labor skills</a:t>
            </a:r>
            <a:endParaRPr lang="en-US" sz="1800" dirty="0"/>
          </a:p>
          <a:p>
            <a:pPr lvl="1" marL="508000" indent="-254000">
              <a:buSzPct val="100000"/>
              <a:buChar char="•"/>
            </a:pPr>
            <a:r>
              <a:rPr lang="en-US" sz="1600" dirty="0">
                <a:solidFill>
                  <a:srgbClr val="5A7184"/>
                </a:solidFill>
              </a:rPr>
              <a:t>A standout credential recognized by top tech employers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10 /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 2: Why Competitions Still Matter in the AI Era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27432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6B35"/>
                </a:solidFill>
              </a:rPr>
              <a:t>LLMs can solve many</a:t>
            </a:r>
            <a:endParaRPr lang="en-US" sz="1700" dirty="0"/>
          </a:p>
          <a:p>
            <a:pPr indent="0" marL="0">
              <a:buNone/>
            </a:pPr>
            <a:r>
              <a:rPr lang="en-US" sz="1700" b="1" i="1" dirty="0">
                <a:solidFill>
                  <a:srgbClr val="FF6B35"/>
                </a:solidFill>
              </a:rPr>
              <a:t>competition problems…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0" y="1051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C7293"/>
                </a:solidFill>
              </a:rPr>
              <a:t>…so why train humans to do it?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1005840"/>
            <a:ext cx="27432" cy="3657600"/>
          </a:xfrm>
          <a:prstGeom prst="rect">
            <a:avLst/>
          </a:prstGeom>
          <a:solidFill>
            <a:srgbClr val="5A7184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Generates working code quickly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Handles routine algorithm patterns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Passes many OJ problems with prompting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Verify, judge &amp; debug AI output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Novel problem formulation — AI needs a human to frame the problem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Combinatorial intuition under constraints AI hasn't seen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Competitions build resilience, not just code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The best engineers direct AI, not follow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11 / 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Together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286000" cy="36576"/>
          </a:xfrm>
          <a:prstGeom prst="rect">
            <a:avLst/>
          </a:prstGeom>
          <a:solidFill>
            <a:srgbClr val="21D19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D19F"/>
                </a:solidFill>
              </a:rPr>
              <a:t>My door is open.</a:t>
            </a:r>
            <a:endParaRPr lang="en-US" sz="2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EAF4F8"/>
                </a:solidFill>
              </a:rPr>
              <a:t>Questions, ideas, collaborations —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EAF4F8"/>
                </a:solidFill>
              </a:rPr>
              <a:t>I'm excited to meet every one of you.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</a:rPr>
              <a:t>[your.email@university.edu]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</a:rPr>
              <a:t>Office: [Room Number] — Office Hours: [Days/Times]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</a:rPr>
              <a:t>12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4"/>
                </a:solidFill>
              </a:rPr>
              <a:t>Jiarui Zhang — Faculty Introduction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Introduction: Jiarui Zhang</dc:title>
  <dc:subject>PptxGenJS Presentation</dc:subject>
  <dc:creator>Jiarui Zhang</dc:creator>
  <cp:lastModifiedBy>Jiarui Zhang</cp:lastModifiedBy>
  <cp:revision>1</cp:revision>
  <dcterms:created xsi:type="dcterms:W3CDTF">2026-04-17T21:12:21Z</dcterms:created>
  <dcterms:modified xsi:type="dcterms:W3CDTF">2026-04-17T21:12:21Z</dcterms:modified>
</cp:coreProperties>
</file>